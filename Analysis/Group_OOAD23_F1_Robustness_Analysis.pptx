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5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84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F13BE6-0BFF-4133-B40A-869431C6FD3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AB78B7A-7C76-45E0-A46B-F451E240B13A}">
      <dgm:prSet/>
      <dgm:spPr/>
      <dgm:t>
        <a:bodyPr/>
        <a:lstStyle/>
        <a:p>
          <a:r>
            <a:rPr lang="en-US"/>
            <a:t>The F1 Insights &amp; Strategy Explorer is a comprehensive tool designed for Formula 1 fans and analysts to visualize and interpret complex race data.</a:t>
          </a:r>
        </a:p>
      </dgm:t>
    </dgm:pt>
    <dgm:pt modelId="{B8D60E44-9F25-4386-8937-A69D9F661A2C}" type="parTrans" cxnId="{3CA45BC8-5BE1-4407-A1DA-27B75E727CF7}">
      <dgm:prSet/>
      <dgm:spPr/>
      <dgm:t>
        <a:bodyPr/>
        <a:lstStyle/>
        <a:p>
          <a:endParaRPr lang="en-US"/>
        </a:p>
      </dgm:t>
    </dgm:pt>
    <dgm:pt modelId="{19FFC072-37A4-4D56-B7A3-5D62A1C00BE0}" type="sibTrans" cxnId="{3CA45BC8-5BE1-4407-A1DA-27B75E727CF7}">
      <dgm:prSet/>
      <dgm:spPr/>
      <dgm:t>
        <a:bodyPr/>
        <a:lstStyle/>
        <a:p>
          <a:endParaRPr lang="en-US"/>
        </a:p>
      </dgm:t>
    </dgm:pt>
    <dgm:pt modelId="{10A822BD-C44F-49B1-A795-3541D86E83CE}">
      <dgm:prSet/>
      <dgm:spPr/>
      <dgm:t>
        <a:bodyPr/>
        <a:lstStyle/>
        <a:p>
          <a:r>
            <a:rPr lang="en-US"/>
            <a:t>By selecting specific race sessions and drivers, users can analyze performance through lap time comparisons, position tracking throughout the race, and detailed tyre strategy (stint) visualizations. </a:t>
          </a:r>
        </a:p>
      </dgm:t>
    </dgm:pt>
    <dgm:pt modelId="{7F9D7D5A-DD65-4D6A-8F58-E73ECCAE56E0}" type="parTrans" cxnId="{4A79C54F-A67C-42A5-8ECA-44260F01F043}">
      <dgm:prSet/>
      <dgm:spPr/>
      <dgm:t>
        <a:bodyPr/>
        <a:lstStyle/>
        <a:p>
          <a:endParaRPr lang="en-US"/>
        </a:p>
      </dgm:t>
    </dgm:pt>
    <dgm:pt modelId="{74669190-0496-4556-9EB2-3709CD1DFA97}" type="sibTrans" cxnId="{4A79C54F-A67C-42A5-8ECA-44260F01F043}">
      <dgm:prSet/>
      <dgm:spPr/>
      <dgm:t>
        <a:bodyPr/>
        <a:lstStyle/>
        <a:p>
          <a:endParaRPr lang="en-US"/>
        </a:p>
      </dgm:t>
    </dgm:pt>
    <dgm:pt modelId="{2F3B71D1-3652-4961-B41B-04D8F86D9FD6}">
      <dgm:prSet/>
      <dgm:spPr/>
      <dgm:t>
        <a:bodyPr/>
        <a:lstStyle/>
        <a:p>
          <a:r>
            <a:rPr lang="en-US"/>
            <a:t>The system integrates data from external sources like the FastF1 API to provide accurate and up-to-date insights into race strategy.</a:t>
          </a:r>
        </a:p>
      </dgm:t>
    </dgm:pt>
    <dgm:pt modelId="{784A13D1-E124-42A8-97AB-5BD787C5FEEC}" type="parTrans" cxnId="{4504BF6C-DDA5-41E5-B72E-26EA87C3D887}">
      <dgm:prSet/>
      <dgm:spPr/>
      <dgm:t>
        <a:bodyPr/>
        <a:lstStyle/>
        <a:p>
          <a:endParaRPr lang="en-US"/>
        </a:p>
      </dgm:t>
    </dgm:pt>
    <dgm:pt modelId="{CD2A757F-2C59-4FA3-825A-D387913ACD8B}" type="sibTrans" cxnId="{4504BF6C-DDA5-41E5-B72E-26EA87C3D887}">
      <dgm:prSet/>
      <dgm:spPr/>
      <dgm:t>
        <a:bodyPr/>
        <a:lstStyle/>
        <a:p>
          <a:endParaRPr lang="en-US"/>
        </a:p>
      </dgm:t>
    </dgm:pt>
    <dgm:pt modelId="{0EFEE9D2-E0CB-4A4B-AAE9-1302CF546067}" type="pres">
      <dgm:prSet presAssocID="{05F13BE6-0BFF-4133-B40A-869431C6FD36}" presName="root" presStyleCnt="0">
        <dgm:presLayoutVars>
          <dgm:dir/>
          <dgm:resizeHandles val="exact"/>
        </dgm:presLayoutVars>
      </dgm:prSet>
      <dgm:spPr/>
    </dgm:pt>
    <dgm:pt modelId="{312685BF-D359-4BE4-B56D-83200DB284E9}" type="pres">
      <dgm:prSet presAssocID="{5AB78B7A-7C76-45E0-A46B-F451E240B13A}" presName="compNode" presStyleCnt="0"/>
      <dgm:spPr/>
    </dgm:pt>
    <dgm:pt modelId="{11854CE4-03DD-4C8A-B8C8-04DF6685212A}" type="pres">
      <dgm:prSet presAssocID="{5AB78B7A-7C76-45E0-A46B-F451E240B13A}" presName="bgRect" presStyleLbl="bgShp" presStyleIdx="0" presStyleCnt="3"/>
      <dgm:spPr/>
    </dgm:pt>
    <dgm:pt modelId="{A4BF14FC-49E4-4DEA-867A-AC88EA4E7D04}" type="pres">
      <dgm:prSet presAssocID="{5AB78B7A-7C76-45E0-A46B-F451E240B13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7322675-8C85-4A0E-8E0C-E25447B88457}" type="pres">
      <dgm:prSet presAssocID="{5AB78B7A-7C76-45E0-A46B-F451E240B13A}" presName="spaceRect" presStyleCnt="0"/>
      <dgm:spPr/>
    </dgm:pt>
    <dgm:pt modelId="{F88BD4ED-2D5E-43F9-B892-9FE67B93E41A}" type="pres">
      <dgm:prSet presAssocID="{5AB78B7A-7C76-45E0-A46B-F451E240B13A}" presName="parTx" presStyleLbl="revTx" presStyleIdx="0" presStyleCnt="3">
        <dgm:presLayoutVars>
          <dgm:chMax val="0"/>
          <dgm:chPref val="0"/>
        </dgm:presLayoutVars>
      </dgm:prSet>
      <dgm:spPr/>
    </dgm:pt>
    <dgm:pt modelId="{7E084F56-2A5F-4996-A9D6-C75454E5FC6E}" type="pres">
      <dgm:prSet presAssocID="{19FFC072-37A4-4D56-B7A3-5D62A1C00BE0}" presName="sibTrans" presStyleCnt="0"/>
      <dgm:spPr/>
    </dgm:pt>
    <dgm:pt modelId="{DECABE3D-5ECA-46E0-9AEE-C1F8BCCABB3A}" type="pres">
      <dgm:prSet presAssocID="{10A822BD-C44F-49B1-A795-3541D86E83CE}" presName="compNode" presStyleCnt="0"/>
      <dgm:spPr/>
    </dgm:pt>
    <dgm:pt modelId="{EE59CE6C-E9D3-4468-A5E2-C8A959608DD0}" type="pres">
      <dgm:prSet presAssocID="{10A822BD-C44F-49B1-A795-3541D86E83CE}" presName="bgRect" presStyleLbl="bgShp" presStyleIdx="1" presStyleCnt="3"/>
      <dgm:spPr/>
    </dgm:pt>
    <dgm:pt modelId="{8EC1F556-817F-4714-964B-55E0C14564D2}" type="pres">
      <dgm:prSet presAssocID="{10A822BD-C44F-49B1-A795-3541D86E83C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ke"/>
        </a:ext>
      </dgm:extLst>
    </dgm:pt>
    <dgm:pt modelId="{8C87740C-919A-492C-8D27-8E9906A063AA}" type="pres">
      <dgm:prSet presAssocID="{10A822BD-C44F-49B1-A795-3541D86E83CE}" presName="spaceRect" presStyleCnt="0"/>
      <dgm:spPr/>
    </dgm:pt>
    <dgm:pt modelId="{070C4A99-74BF-4F2C-865B-23A6D2B68D02}" type="pres">
      <dgm:prSet presAssocID="{10A822BD-C44F-49B1-A795-3541D86E83CE}" presName="parTx" presStyleLbl="revTx" presStyleIdx="1" presStyleCnt="3">
        <dgm:presLayoutVars>
          <dgm:chMax val="0"/>
          <dgm:chPref val="0"/>
        </dgm:presLayoutVars>
      </dgm:prSet>
      <dgm:spPr/>
    </dgm:pt>
    <dgm:pt modelId="{091FE7EF-41A5-41B8-A171-E1504E1B0C35}" type="pres">
      <dgm:prSet presAssocID="{74669190-0496-4556-9EB2-3709CD1DFA97}" presName="sibTrans" presStyleCnt="0"/>
      <dgm:spPr/>
    </dgm:pt>
    <dgm:pt modelId="{261D4F29-4E4D-4A03-B1BC-854940CE3DD0}" type="pres">
      <dgm:prSet presAssocID="{2F3B71D1-3652-4961-B41B-04D8F86D9FD6}" presName="compNode" presStyleCnt="0"/>
      <dgm:spPr/>
    </dgm:pt>
    <dgm:pt modelId="{B47CE112-82A6-4844-A123-4C7BB92C45DC}" type="pres">
      <dgm:prSet presAssocID="{2F3B71D1-3652-4961-B41B-04D8F86D9FD6}" presName="bgRect" presStyleLbl="bgShp" presStyleIdx="2" presStyleCnt="3"/>
      <dgm:spPr/>
    </dgm:pt>
    <dgm:pt modelId="{EFB2451E-41D8-47AC-BB47-0EFC99AAE000}" type="pres">
      <dgm:prSet presAssocID="{2F3B71D1-3652-4961-B41B-04D8F86D9FD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B352E57B-57B3-4379-BFA9-1DC469480738}" type="pres">
      <dgm:prSet presAssocID="{2F3B71D1-3652-4961-B41B-04D8F86D9FD6}" presName="spaceRect" presStyleCnt="0"/>
      <dgm:spPr/>
    </dgm:pt>
    <dgm:pt modelId="{E3264140-9480-4545-9785-645CA3829AF0}" type="pres">
      <dgm:prSet presAssocID="{2F3B71D1-3652-4961-B41B-04D8F86D9FD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8DE3C3C-58BA-44DA-AA66-732C78A10393}" type="presOf" srcId="{2F3B71D1-3652-4961-B41B-04D8F86D9FD6}" destId="{E3264140-9480-4545-9785-645CA3829AF0}" srcOrd="0" destOrd="0" presId="urn:microsoft.com/office/officeart/2018/2/layout/IconVerticalSolidList"/>
    <dgm:cxn modelId="{4A79C54F-A67C-42A5-8ECA-44260F01F043}" srcId="{05F13BE6-0BFF-4133-B40A-869431C6FD36}" destId="{10A822BD-C44F-49B1-A795-3541D86E83CE}" srcOrd="1" destOrd="0" parTransId="{7F9D7D5A-DD65-4D6A-8F58-E73ECCAE56E0}" sibTransId="{74669190-0496-4556-9EB2-3709CD1DFA97}"/>
    <dgm:cxn modelId="{4504BF6C-DDA5-41E5-B72E-26EA87C3D887}" srcId="{05F13BE6-0BFF-4133-B40A-869431C6FD36}" destId="{2F3B71D1-3652-4961-B41B-04D8F86D9FD6}" srcOrd="2" destOrd="0" parTransId="{784A13D1-E124-42A8-97AB-5BD787C5FEEC}" sibTransId="{CD2A757F-2C59-4FA3-825A-D387913ACD8B}"/>
    <dgm:cxn modelId="{6E399079-A622-4ED5-8E14-E78BA33F86D3}" type="presOf" srcId="{10A822BD-C44F-49B1-A795-3541D86E83CE}" destId="{070C4A99-74BF-4F2C-865B-23A6D2B68D02}" srcOrd="0" destOrd="0" presId="urn:microsoft.com/office/officeart/2018/2/layout/IconVerticalSolidList"/>
    <dgm:cxn modelId="{872748C4-0598-4802-9DFD-F1C7D025CAF9}" type="presOf" srcId="{5AB78B7A-7C76-45E0-A46B-F451E240B13A}" destId="{F88BD4ED-2D5E-43F9-B892-9FE67B93E41A}" srcOrd="0" destOrd="0" presId="urn:microsoft.com/office/officeart/2018/2/layout/IconVerticalSolidList"/>
    <dgm:cxn modelId="{3CA45BC8-5BE1-4407-A1DA-27B75E727CF7}" srcId="{05F13BE6-0BFF-4133-B40A-869431C6FD36}" destId="{5AB78B7A-7C76-45E0-A46B-F451E240B13A}" srcOrd="0" destOrd="0" parTransId="{B8D60E44-9F25-4386-8937-A69D9F661A2C}" sibTransId="{19FFC072-37A4-4D56-B7A3-5D62A1C00BE0}"/>
    <dgm:cxn modelId="{BF0542DD-4D2B-47ED-86F0-A306D6D18F01}" type="presOf" srcId="{05F13BE6-0BFF-4133-B40A-869431C6FD36}" destId="{0EFEE9D2-E0CB-4A4B-AAE9-1302CF546067}" srcOrd="0" destOrd="0" presId="urn:microsoft.com/office/officeart/2018/2/layout/IconVerticalSolidList"/>
    <dgm:cxn modelId="{8585BA18-597B-4F68-8511-98AE499D6230}" type="presParOf" srcId="{0EFEE9D2-E0CB-4A4B-AAE9-1302CF546067}" destId="{312685BF-D359-4BE4-B56D-83200DB284E9}" srcOrd="0" destOrd="0" presId="urn:microsoft.com/office/officeart/2018/2/layout/IconVerticalSolidList"/>
    <dgm:cxn modelId="{2FFC1E12-EDD4-4AE2-8FB3-73FDB3699FC9}" type="presParOf" srcId="{312685BF-D359-4BE4-B56D-83200DB284E9}" destId="{11854CE4-03DD-4C8A-B8C8-04DF6685212A}" srcOrd="0" destOrd="0" presId="urn:microsoft.com/office/officeart/2018/2/layout/IconVerticalSolidList"/>
    <dgm:cxn modelId="{8AF2303A-9DA2-4D4A-ABB5-4CC2B3F19BA9}" type="presParOf" srcId="{312685BF-D359-4BE4-B56D-83200DB284E9}" destId="{A4BF14FC-49E4-4DEA-867A-AC88EA4E7D04}" srcOrd="1" destOrd="0" presId="urn:microsoft.com/office/officeart/2018/2/layout/IconVerticalSolidList"/>
    <dgm:cxn modelId="{0223799E-21A5-4DA1-89B9-5C73C44C90D8}" type="presParOf" srcId="{312685BF-D359-4BE4-B56D-83200DB284E9}" destId="{D7322675-8C85-4A0E-8E0C-E25447B88457}" srcOrd="2" destOrd="0" presId="urn:microsoft.com/office/officeart/2018/2/layout/IconVerticalSolidList"/>
    <dgm:cxn modelId="{A2209357-170A-4777-AAA8-09851484D6FB}" type="presParOf" srcId="{312685BF-D359-4BE4-B56D-83200DB284E9}" destId="{F88BD4ED-2D5E-43F9-B892-9FE67B93E41A}" srcOrd="3" destOrd="0" presId="urn:microsoft.com/office/officeart/2018/2/layout/IconVerticalSolidList"/>
    <dgm:cxn modelId="{337E60D5-379D-43B5-B930-DC52E8E91F31}" type="presParOf" srcId="{0EFEE9D2-E0CB-4A4B-AAE9-1302CF546067}" destId="{7E084F56-2A5F-4996-A9D6-C75454E5FC6E}" srcOrd="1" destOrd="0" presId="urn:microsoft.com/office/officeart/2018/2/layout/IconVerticalSolidList"/>
    <dgm:cxn modelId="{612CAB2F-FD24-4A13-854F-631C7FC0DCEC}" type="presParOf" srcId="{0EFEE9D2-E0CB-4A4B-AAE9-1302CF546067}" destId="{DECABE3D-5ECA-46E0-9AEE-C1F8BCCABB3A}" srcOrd="2" destOrd="0" presId="urn:microsoft.com/office/officeart/2018/2/layout/IconVerticalSolidList"/>
    <dgm:cxn modelId="{86985EF6-EB7D-4E9D-941B-E1FB2DFEFD8E}" type="presParOf" srcId="{DECABE3D-5ECA-46E0-9AEE-C1F8BCCABB3A}" destId="{EE59CE6C-E9D3-4468-A5E2-C8A959608DD0}" srcOrd="0" destOrd="0" presId="urn:microsoft.com/office/officeart/2018/2/layout/IconVerticalSolidList"/>
    <dgm:cxn modelId="{8565310F-9939-402B-804C-CC9F5FB1AFD2}" type="presParOf" srcId="{DECABE3D-5ECA-46E0-9AEE-C1F8BCCABB3A}" destId="{8EC1F556-817F-4714-964B-55E0C14564D2}" srcOrd="1" destOrd="0" presId="urn:microsoft.com/office/officeart/2018/2/layout/IconVerticalSolidList"/>
    <dgm:cxn modelId="{5190A9A7-CC01-4DF8-895C-B23E27BD32FF}" type="presParOf" srcId="{DECABE3D-5ECA-46E0-9AEE-C1F8BCCABB3A}" destId="{8C87740C-919A-492C-8D27-8E9906A063AA}" srcOrd="2" destOrd="0" presId="urn:microsoft.com/office/officeart/2018/2/layout/IconVerticalSolidList"/>
    <dgm:cxn modelId="{8E208340-1F81-483B-84B1-0855B399B480}" type="presParOf" srcId="{DECABE3D-5ECA-46E0-9AEE-C1F8BCCABB3A}" destId="{070C4A99-74BF-4F2C-865B-23A6D2B68D02}" srcOrd="3" destOrd="0" presId="urn:microsoft.com/office/officeart/2018/2/layout/IconVerticalSolidList"/>
    <dgm:cxn modelId="{7784AAA4-70AA-4039-85AB-F61E87E0CC7C}" type="presParOf" srcId="{0EFEE9D2-E0CB-4A4B-AAE9-1302CF546067}" destId="{091FE7EF-41A5-41B8-A171-E1504E1B0C35}" srcOrd="3" destOrd="0" presId="urn:microsoft.com/office/officeart/2018/2/layout/IconVerticalSolidList"/>
    <dgm:cxn modelId="{3DC2A396-FD20-443E-ABF7-DA811311F2F5}" type="presParOf" srcId="{0EFEE9D2-E0CB-4A4B-AAE9-1302CF546067}" destId="{261D4F29-4E4D-4A03-B1BC-854940CE3DD0}" srcOrd="4" destOrd="0" presId="urn:microsoft.com/office/officeart/2018/2/layout/IconVerticalSolidList"/>
    <dgm:cxn modelId="{DBB293C6-053D-4B98-89EF-FEF53F5946EE}" type="presParOf" srcId="{261D4F29-4E4D-4A03-B1BC-854940CE3DD0}" destId="{B47CE112-82A6-4844-A123-4C7BB92C45DC}" srcOrd="0" destOrd="0" presId="urn:microsoft.com/office/officeart/2018/2/layout/IconVerticalSolidList"/>
    <dgm:cxn modelId="{D1304925-432F-4132-B197-E8A8A67369D4}" type="presParOf" srcId="{261D4F29-4E4D-4A03-B1BC-854940CE3DD0}" destId="{EFB2451E-41D8-47AC-BB47-0EFC99AAE000}" srcOrd="1" destOrd="0" presId="urn:microsoft.com/office/officeart/2018/2/layout/IconVerticalSolidList"/>
    <dgm:cxn modelId="{21377F92-9228-43CA-BFE3-DDFCB1117492}" type="presParOf" srcId="{261D4F29-4E4D-4A03-B1BC-854940CE3DD0}" destId="{B352E57B-57B3-4379-BFA9-1DC469480738}" srcOrd="2" destOrd="0" presId="urn:microsoft.com/office/officeart/2018/2/layout/IconVerticalSolidList"/>
    <dgm:cxn modelId="{D1E7F660-5A64-47F5-84EE-AF52C58270D3}" type="presParOf" srcId="{261D4F29-4E4D-4A03-B1BC-854940CE3DD0}" destId="{E3264140-9480-4545-9785-645CA3829AF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854CE4-03DD-4C8A-B8C8-04DF6685212A}">
      <dsp:nvSpPr>
        <dsp:cNvPr id="0" name=""/>
        <dsp:cNvSpPr/>
      </dsp:nvSpPr>
      <dsp:spPr>
        <a:xfrm>
          <a:off x="0" y="531"/>
          <a:ext cx="78867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BF14FC-49E4-4DEA-867A-AC88EA4E7D04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8BD4ED-2D5E-43F9-B892-9FE67B93E41A}">
      <dsp:nvSpPr>
        <dsp:cNvPr id="0" name=""/>
        <dsp:cNvSpPr/>
      </dsp:nvSpPr>
      <dsp:spPr>
        <a:xfrm>
          <a:off x="1437631" y="531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F1 Insights &amp; Strategy Explorer is a comprehensive tool designed for Formula 1 fans and analysts to visualize and interpret complex race data.</a:t>
          </a:r>
        </a:p>
      </dsp:txBody>
      <dsp:txXfrm>
        <a:off x="1437631" y="531"/>
        <a:ext cx="6449068" cy="1244702"/>
      </dsp:txXfrm>
    </dsp:sp>
    <dsp:sp modelId="{EE59CE6C-E9D3-4468-A5E2-C8A959608DD0}">
      <dsp:nvSpPr>
        <dsp:cNvPr id="0" name=""/>
        <dsp:cNvSpPr/>
      </dsp:nvSpPr>
      <dsp:spPr>
        <a:xfrm>
          <a:off x="0" y="1556410"/>
          <a:ext cx="78867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C1F556-817F-4714-964B-55E0C14564D2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C4A99-74BF-4F2C-865B-23A6D2B68D02}">
      <dsp:nvSpPr>
        <dsp:cNvPr id="0" name=""/>
        <dsp:cNvSpPr/>
      </dsp:nvSpPr>
      <dsp:spPr>
        <a:xfrm>
          <a:off x="1437631" y="1556410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By selecting specific race sessions and drivers, users can analyze performance through lap time comparisons, position tracking throughout the race, and detailed tyre strategy (stint) visualizations. </a:t>
          </a:r>
        </a:p>
      </dsp:txBody>
      <dsp:txXfrm>
        <a:off x="1437631" y="1556410"/>
        <a:ext cx="6449068" cy="1244702"/>
      </dsp:txXfrm>
    </dsp:sp>
    <dsp:sp modelId="{B47CE112-82A6-4844-A123-4C7BB92C45DC}">
      <dsp:nvSpPr>
        <dsp:cNvPr id="0" name=""/>
        <dsp:cNvSpPr/>
      </dsp:nvSpPr>
      <dsp:spPr>
        <a:xfrm>
          <a:off x="0" y="3112289"/>
          <a:ext cx="78867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B2451E-41D8-47AC-BB47-0EFC99AAE000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264140-9480-4545-9785-645CA3829AF0}">
      <dsp:nvSpPr>
        <dsp:cNvPr id="0" name=""/>
        <dsp:cNvSpPr/>
      </dsp:nvSpPr>
      <dsp:spPr>
        <a:xfrm>
          <a:off x="1437631" y="3112289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system integrates data from external sources like the FastF1 API to provide accurate and up-to-date insights into race strategy.</a:t>
          </a:r>
        </a:p>
      </dsp:txBody>
      <dsp:txXfrm>
        <a:off x="1437631" y="3112289"/>
        <a:ext cx="6449068" cy="1244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D24BFD5-D814-402B-B6C4-EEF6AE14B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1122362"/>
            <a:ext cx="4711446" cy="4135437"/>
          </a:xfrm>
        </p:spPr>
        <p:txBody>
          <a:bodyPr>
            <a:normAutofit/>
          </a:bodyPr>
          <a:lstStyle/>
          <a:p>
            <a:pPr algn="l"/>
            <a:r>
              <a:rPr lang="en-US" sz="5700"/>
              <a:t>F1 Insights &amp; Strategy Explorer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FED7E8-9A97-475F-9FA4-113410D44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79604" y="1031284"/>
            <a:ext cx="2735746" cy="4436126"/>
          </a:xfrm>
          <a:custGeom>
            <a:avLst/>
            <a:gdLst>
              <a:gd name="csX0" fmla="*/ 0 w 2735746"/>
              <a:gd name="csY0" fmla="*/ 0 h 4436126"/>
              <a:gd name="csX1" fmla="*/ 601864 w 2735746"/>
              <a:gd name="csY1" fmla="*/ 0 h 4436126"/>
              <a:gd name="csX2" fmla="*/ 1203728 w 2735746"/>
              <a:gd name="csY2" fmla="*/ 0 h 4436126"/>
              <a:gd name="csX3" fmla="*/ 1860307 w 2735746"/>
              <a:gd name="csY3" fmla="*/ 0 h 4436126"/>
              <a:gd name="csX4" fmla="*/ 2735746 w 2735746"/>
              <a:gd name="csY4" fmla="*/ 0 h 4436126"/>
              <a:gd name="csX5" fmla="*/ 2735746 w 2735746"/>
              <a:gd name="csY5" fmla="*/ 722455 h 4436126"/>
              <a:gd name="csX6" fmla="*/ 2735746 w 2735746"/>
              <a:gd name="csY6" fmla="*/ 1400548 h 4436126"/>
              <a:gd name="csX7" fmla="*/ 2735746 w 2735746"/>
              <a:gd name="csY7" fmla="*/ 2123003 h 4436126"/>
              <a:gd name="csX8" fmla="*/ 2735746 w 2735746"/>
              <a:gd name="csY8" fmla="*/ 2623652 h 4436126"/>
              <a:gd name="csX9" fmla="*/ 2735746 w 2735746"/>
              <a:gd name="csY9" fmla="*/ 3346106 h 4436126"/>
              <a:gd name="csX10" fmla="*/ 2735746 w 2735746"/>
              <a:gd name="csY10" fmla="*/ 4436126 h 4436126"/>
              <a:gd name="csX11" fmla="*/ 2106524 w 2735746"/>
              <a:gd name="csY11" fmla="*/ 4436126 h 4436126"/>
              <a:gd name="csX12" fmla="*/ 1449945 w 2735746"/>
              <a:gd name="csY12" fmla="*/ 4436126 h 4436126"/>
              <a:gd name="csX13" fmla="*/ 793366 w 2735746"/>
              <a:gd name="csY13" fmla="*/ 4436126 h 4436126"/>
              <a:gd name="csX14" fmla="*/ 0 w 2735746"/>
              <a:gd name="csY14" fmla="*/ 4436126 h 4436126"/>
              <a:gd name="csX15" fmla="*/ 0 w 2735746"/>
              <a:gd name="csY15" fmla="*/ 3713671 h 4436126"/>
              <a:gd name="csX16" fmla="*/ 0 w 2735746"/>
              <a:gd name="csY16" fmla="*/ 3124300 h 4436126"/>
              <a:gd name="csX17" fmla="*/ 0 w 2735746"/>
              <a:gd name="csY17" fmla="*/ 2446207 h 4436126"/>
              <a:gd name="csX18" fmla="*/ 0 w 2735746"/>
              <a:gd name="csY18" fmla="*/ 1856836 h 4436126"/>
              <a:gd name="csX19" fmla="*/ 0 w 2735746"/>
              <a:gd name="csY19" fmla="*/ 1178742 h 4436126"/>
              <a:gd name="csX20" fmla="*/ 0 w 2735746"/>
              <a:gd name="csY20" fmla="*/ 678094 h 4436126"/>
              <a:gd name="csX21" fmla="*/ 0 w 2735746"/>
              <a:gd name="csY21" fmla="*/ 0 h 44361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2735746" h="4436126" fill="none" extrusionOk="0">
                <a:moveTo>
                  <a:pt x="0" y="0"/>
                </a:moveTo>
                <a:cubicBezTo>
                  <a:pt x="179540" y="26169"/>
                  <a:pt x="438012" y="23230"/>
                  <a:pt x="601864" y="0"/>
                </a:cubicBezTo>
                <a:cubicBezTo>
                  <a:pt x="765716" y="-23230"/>
                  <a:pt x="955038" y="-5127"/>
                  <a:pt x="1203728" y="0"/>
                </a:cubicBezTo>
                <a:cubicBezTo>
                  <a:pt x="1452418" y="5127"/>
                  <a:pt x="1646417" y="-25974"/>
                  <a:pt x="1860307" y="0"/>
                </a:cubicBezTo>
                <a:cubicBezTo>
                  <a:pt x="2074197" y="25974"/>
                  <a:pt x="2430568" y="-26480"/>
                  <a:pt x="2735746" y="0"/>
                </a:cubicBezTo>
                <a:cubicBezTo>
                  <a:pt x="2706048" y="340749"/>
                  <a:pt x="2740838" y="495871"/>
                  <a:pt x="2735746" y="722455"/>
                </a:cubicBezTo>
                <a:cubicBezTo>
                  <a:pt x="2730654" y="949039"/>
                  <a:pt x="2752433" y="1198388"/>
                  <a:pt x="2735746" y="1400548"/>
                </a:cubicBezTo>
                <a:cubicBezTo>
                  <a:pt x="2719059" y="1602708"/>
                  <a:pt x="2715247" y="1770847"/>
                  <a:pt x="2735746" y="2123003"/>
                </a:cubicBezTo>
                <a:cubicBezTo>
                  <a:pt x="2756245" y="2475160"/>
                  <a:pt x="2751062" y="2522091"/>
                  <a:pt x="2735746" y="2623652"/>
                </a:cubicBezTo>
                <a:cubicBezTo>
                  <a:pt x="2720430" y="2725213"/>
                  <a:pt x="2753604" y="3142493"/>
                  <a:pt x="2735746" y="3346106"/>
                </a:cubicBezTo>
                <a:cubicBezTo>
                  <a:pt x="2717888" y="3549719"/>
                  <a:pt x="2748400" y="4025565"/>
                  <a:pt x="2735746" y="4436126"/>
                </a:cubicBezTo>
                <a:cubicBezTo>
                  <a:pt x="2455834" y="4434463"/>
                  <a:pt x="2336666" y="4425166"/>
                  <a:pt x="2106524" y="4436126"/>
                </a:cubicBezTo>
                <a:cubicBezTo>
                  <a:pt x="1876382" y="4447086"/>
                  <a:pt x="1601121" y="4420147"/>
                  <a:pt x="1449945" y="4436126"/>
                </a:cubicBezTo>
                <a:cubicBezTo>
                  <a:pt x="1298769" y="4452105"/>
                  <a:pt x="950963" y="4404014"/>
                  <a:pt x="793366" y="4436126"/>
                </a:cubicBezTo>
                <a:cubicBezTo>
                  <a:pt x="635769" y="4468238"/>
                  <a:pt x="300146" y="4462205"/>
                  <a:pt x="0" y="4436126"/>
                </a:cubicBezTo>
                <a:cubicBezTo>
                  <a:pt x="25833" y="4232419"/>
                  <a:pt x="3486" y="4019021"/>
                  <a:pt x="0" y="3713671"/>
                </a:cubicBezTo>
                <a:cubicBezTo>
                  <a:pt x="-3486" y="3408322"/>
                  <a:pt x="-27541" y="3277286"/>
                  <a:pt x="0" y="3124300"/>
                </a:cubicBezTo>
                <a:cubicBezTo>
                  <a:pt x="27541" y="2971314"/>
                  <a:pt x="31162" y="2762025"/>
                  <a:pt x="0" y="2446207"/>
                </a:cubicBezTo>
                <a:cubicBezTo>
                  <a:pt x="-31162" y="2130389"/>
                  <a:pt x="9656" y="2027375"/>
                  <a:pt x="0" y="1856836"/>
                </a:cubicBezTo>
                <a:cubicBezTo>
                  <a:pt x="-9656" y="1686297"/>
                  <a:pt x="-14688" y="1512539"/>
                  <a:pt x="0" y="1178742"/>
                </a:cubicBezTo>
                <a:cubicBezTo>
                  <a:pt x="14688" y="844945"/>
                  <a:pt x="2890" y="917816"/>
                  <a:pt x="0" y="678094"/>
                </a:cubicBezTo>
                <a:cubicBezTo>
                  <a:pt x="-2890" y="438372"/>
                  <a:pt x="5448" y="207647"/>
                  <a:pt x="0" y="0"/>
                </a:cubicBezTo>
                <a:close/>
              </a:path>
              <a:path w="2735746" h="4436126" stroke="0" extrusionOk="0">
                <a:moveTo>
                  <a:pt x="0" y="0"/>
                </a:moveTo>
                <a:cubicBezTo>
                  <a:pt x="209894" y="16338"/>
                  <a:pt x="375877" y="-31334"/>
                  <a:pt x="629222" y="0"/>
                </a:cubicBezTo>
                <a:cubicBezTo>
                  <a:pt x="882567" y="31334"/>
                  <a:pt x="997255" y="-29736"/>
                  <a:pt x="1258443" y="0"/>
                </a:cubicBezTo>
                <a:cubicBezTo>
                  <a:pt x="1519631" y="29736"/>
                  <a:pt x="1769008" y="-24969"/>
                  <a:pt x="1942380" y="0"/>
                </a:cubicBezTo>
                <a:cubicBezTo>
                  <a:pt x="2115752" y="24969"/>
                  <a:pt x="2487652" y="32052"/>
                  <a:pt x="2735746" y="0"/>
                </a:cubicBezTo>
                <a:cubicBezTo>
                  <a:pt x="2751518" y="246908"/>
                  <a:pt x="2711283" y="325094"/>
                  <a:pt x="2735746" y="589371"/>
                </a:cubicBezTo>
                <a:cubicBezTo>
                  <a:pt x="2760209" y="853648"/>
                  <a:pt x="2718833" y="972107"/>
                  <a:pt x="2735746" y="1090020"/>
                </a:cubicBezTo>
                <a:cubicBezTo>
                  <a:pt x="2752659" y="1207933"/>
                  <a:pt x="2729992" y="1582062"/>
                  <a:pt x="2735746" y="1812474"/>
                </a:cubicBezTo>
                <a:cubicBezTo>
                  <a:pt x="2741500" y="2042886"/>
                  <a:pt x="2707628" y="2235903"/>
                  <a:pt x="2735746" y="2401845"/>
                </a:cubicBezTo>
                <a:cubicBezTo>
                  <a:pt x="2763864" y="2567787"/>
                  <a:pt x="2758150" y="2913761"/>
                  <a:pt x="2735746" y="3124300"/>
                </a:cubicBezTo>
                <a:cubicBezTo>
                  <a:pt x="2713342" y="3334839"/>
                  <a:pt x="2720989" y="3582863"/>
                  <a:pt x="2735746" y="3758032"/>
                </a:cubicBezTo>
                <a:cubicBezTo>
                  <a:pt x="2750503" y="3933201"/>
                  <a:pt x="2736802" y="4250321"/>
                  <a:pt x="2735746" y="4436126"/>
                </a:cubicBezTo>
                <a:cubicBezTo>
                  <a:pt x="2480396" y="4409468"/>
                  <a:pt x="2193035" y="4433672"/>
                  <a:pt x="2051810" y="4436126"/>
                </a:cubicBezTo>
                <a:cubicBezTo>
                  <a:pt x="1910585" y="4438580"/>
                  <a:pt x="1557696" y="4442846"/>
                  <a:pt x="1422588" y="4436126"/>
                </a:cubicBezTo>
                <a:cubicBezTo>
                  <a:pt x="1287480" y="4429406"/>
                  <a:pt x="1114403" y="4428562"/>
                  <a:pt x="820724" y="4436126"/>
                </a:cubicBezTo>
                <a:cubicBezTo>
                  <a:pt x="527045" y="4443690"/>
                  <a:pt x="375914" y="4447757"/>
                  <a:pt x="0" y="4436126"/>
                </a:cubicBezTo>
                <a:cubicBezTo>
                  <a:pt x="-31538" y="4174476"/>
                  <a:pt x="-31250" y="4099935"/>
                  <a:pt x="0" y="3802394"/>
                </a:cubicBezTo>
                <a:cubicBezTo>
                  <a:pt x="31250" y="3504853"/>
                  <a:pt x="9806" y="3349077"/>
                  <a:pt x="0" y="3213023"/>
                </a:cubicBezTo>
                <a:cubicBezTo>
                  <a:pt x="-9806" y="3076969"/>
                  <a:pt x="-22953" y="2900441"/>
                  <a:pt x="0" y="2712374"/>
                </a:cubicBezTo>
                <a:cubicBezTo>
                  <a:pt x="22953" y="2524307"/>
                  <a:pt x="-35854" y="2231517"/>
                  <a:pt x="0" y="1989919"/>
                </a:cubicBezTo>
                <a:cubicBezTo>
                  <a:pt x="35854" y="1748321"/>
                  <a:pt x="1945" y="1519865"/>
                  <a:pt x="0" y="1400548"/>
                </a:cubicBezTo>
                <a:cubicBezTo>
                  <a:pt x="-1945" y="1281231"/>
                  <a:pt x="-11601" y="971726"/>
                  <a:pt x="0" y="811177"/>
                </a:cubicBezTo>
                <a:cubicBezTo>
                  <a:pt x="11601" y="650628"/>
                  <a:pt x="34125" y="21079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8728339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46085" y="1232452"/>
            <a:ext cx="2400300" cy="3850919"/>
          </a:xfrm>
        </p:spPr>
        <p:txBody>
          <a:bodyPr anchor="b"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Group OOAD 23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Members: Abhi Bhardwaj </a:t>
            </a:r>
            <a:r>
              <a:rPr lang="en-US">
                <a:solidFill>
                  <a:srgbClr val="FFFFFF"/>
                </a:solidFill>
              </a:rPr>
              <a:t>&amp; Ankita Vilas </a:t>
            </a:r>
            <a:r>
              <a:rPr lang="en-US" dirty="0">
                <a:solidFill>
                  <a:srgbClr val="FFFFFF"/>
                </a:solidFill>
              </a:rPr>
              <a:t>Pimpalkar</a:t>
            </a:r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2A39B854-4B6C-4F7F-A602-6F97770CE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49" y="5439978"/>
            <a:ext cx="4711446" cy="18288"/>
          </a:xfrm>
          <a:custGeom>
            <a:avLst/>
            <a:gdLst>
              <a:gd name="csX0" fmla="*/ 0 w 4711446"/>
              <a:gd name="csY0" fmla="*/ 0 h 18288"/>
              <a:gd name="csX1" fmla="*/ 625949 w 4711446"/>
              <a:gd name="csY1" fmla="*/ 0 h 18288"/>
              <a:gd name="csX2" fmla="*/ 1157670 w 4711446"/>
              <a:gd name="csY2" fmla="*/ 0 h 18288"/>
              <a:gd name="csX3" fmla="*/ 1736504 w 4711446"/>
              <a:gd name="csY3" fmla="*/ 0 h 18288"/>
              <a:gd name="csX4" fmla="*/ 2456683 w 4711446"/>
              <a:gd name="csY4" fmla="*/ 0 h 18288"/>
              <a:gd name="csX5" fmla="*/ 3082632 w 4711446"/>
              <a:gd name="csY5" fmla="*/ 0 h 18288"/>
              <a:gd name="csX6" fmla="*/ 3661467 w 4711446"/>
              <a:gd name="csY6" fmla="*/ 0 h 18288"/>
              <a:gd name="csX7" fmla="*/ 4711446 w 4711446"/>
              <a:gd name="csY7" fmla="*/ 0 h 18288"/>
              <a:gd name="csX8" fmla="*/ 4711446 w 4711446"/>
              <a:gd name="csY8" fmla="*/ 18288 h 18288"/>
              <a:gd name="csX9" fmla="*/ 4038382 w 4711446"/>
              <a:gd name="csY9" fmla="*/ 18288 h 18288"/>
              <a:gd name="csX10" fmla="*/ 3459547 w 4711446"/>
              <a:gd name="csY10" fmla="*/ 18288 h 18288"/>
              <a:gd name="csX11" fmla="*/ 2692255 w 4711446"/>
              <a:gd name="csY11" fmla="*/ 18288 h 18288"/>
              <a:gd name="csX12" fmla="*/ 2066306 w 4711446"/>
              <a:gd name="csY12" fmla="*/ 18288 h 18288"/>
              <a:gd name="csX13" fmla="*/ 1534585 w 4711446"/>
              <a:gd name="csY13" fmla="*/ 18288 h 18288"/>
              <a:gd name="csX14" fmla="*/ 814407 w 4711446"/>
              <a:gd name="csY14" fmla="*/ 18288 h 18288"/>
              <a:gd name="csX15" fmla="*/ 0 w 4711446"/>
              <a:gd name="csY15" fmla="*/ 18288 h 18288"/>
              <a:gd name="csX16" fmla="*/ 0 w 4711446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711446" h="18288" fill="none" extrusionOk="0">
                <a:moveTo>
                  <a:pt x="0" y="0"/>
                </a:moveTo>
                <a:cubicBezTo>
                  <a:pt x="275996" y="-6775"/>
                  <a:pt x="430270" y="12128"/>
                  <a:pt x="625949" y="0"/>
                </a:cubicBezTo>
                <a:cubicBezTo>
                  <a:pt x="821628" y="-12128"/>
                  <a:pt x="953153" y="2170"/>
                  <a:pt x="1157670" y="0"/>
                </a:cubicBezTo>
                <a:cubicBezTo>
                  <a:pt x="1362187" y="-2170"/>
                  <a:pt x="1508708" y="24986"/>
                  <a:pt x="1736504" y="0"/>
                </a:cubicBezTo>
                <a:cubicBezTo>
                  <a:pt x="1964300" y="-24986"/>
                  <a:pt x="2114331" y="-14747"/>
                  <a:pt x="2456683" y="0"/>
                </a:cubicBezTo>
                <a:cubicBezTo>
                  <a:pt x="2799035" y="14747"/>
                  <a:pt x="2904885" y="27883"/>
                  <a:pt x="3082632" y="0"/>
                </a:cubicBezTo>
                <a:cubicBezTo>
                  <a:pt x="3260379" y="-27883"/>
                  <a:pt x="3449277" y="21284"/>
                  <a:pt x="3661467" y="0"/>
                </a:cubicBezTo>
                <a:cubicBezTo>
                  <a:pt x="3873658" y="-21284"/>
                  <a:pt x="4403906" y="12447"/>
                  <a:pt x="4711446" y="0"/>
                </a:cubicBezTo>
                <a:cubicBezTo>
                  <a:pt x="4711844" y="7429"/>
                  <a:pt x="4711426" y="10822"/>
                  <a:pt x="4711446" y="18288"/>
                </a:cubicBezTo>
                <a:cubicBezTo>
                  <a:pt x="4441704" y="14143"/>
                  <a:pt x="4312170" y="5146"/>
                  <a:pt x="4038382" y="18288"/>
                </a:cubicBezTo>
                <a:cubicBezTo>
                  <a:pt x="3764594" y="31430"/>
                  <a:pt x="3716634" y="24680"/>
                  <a:pt x="3459547" y="18288"/>
                </a:cubicBezTo>
                <a:cubicBezTo>
                  <a:pt x="3202460" y="11896"/>
                  <a:pt x="2879854" y="19674"/>
                  <a:pt x="2692255" y="18288"/>
                </a:cubicBezTo>
                <a:cubicBezTo>
                  <a:pt x="2504656" y="16902"/>
                  <a:pt x="2223731" y="-2796"/>
                  <a:pt x="2066306" y="18288"/>
                </a:cubicBezTo>
                <a:cubicBezTo>
                  <a:pt x="1908881" y="39372"/>
                  <a:pt x="1781464" y="10855"/>
                  <a:pt x="1534585" y="18288"/>
                </a:cubicBezTo>
                <a:cubicBezTo>
                  <a:pt x="1287706" y="25721"/>
                  <a:pt x="979966" y="-15294"/>
                  <a:pt x="814407" y="18288"/>
                </a:cubicBezTo>
                <a:cubicBezTo>
                  <a:pt x="648848" y="51870"/>
                  <a:pt x="195527" y="13986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711446" h="18288" stroke="0" extrusionOk="0">
                <a:moveTo>
                  <a:pt x="0" y="0"/>
                </a:moveTo>
                <a:cubicBezTo>
                  <a:pt x="225644" y="-29218"/>
                  <a:pt x="321824" y="-13505"/>
                  <a:pt x="625949" y="0"/>
                </a:cubicBezTo>
                <a:cubicBezTo>
                  <a:pt x="930074" y="13505"/>
                  <a:pt x="1040728" y="23682"/>
                  <a:pt x="1157670" y="0"/>
                </a:cubicBezTo>
                <a:cubicBezTo>
                  <a:pt x="1274612" y="-23682"/>
                  <a:pt x="1732715" y="-38127"/>
                  <a:pt x="1924962" y="0"/>
                </a:cubicBezTo>
                <a:cubicBezTo>
                  <a:pt x="2117209" y="38127"/>
                  <a:pt x="2299261" y="17383"/>
                  <a:pt x="2550911" y="0"/>
                </a:cubicBezTo>
                <a:cubicBezTo>
                  <a:pt x="2802561" y="-17383"/>
                  <a:pt x="2873352" y="-24010"/>
                  <a:pt x="3176861" y="0"/>
                </a:cubicBezTo>
                <a:cubicBezTo>
                  <a:pt x="3480370" y="24010"/>
                  <a:pt x="3597961" y="-9070"/>
                  <a:pt x="3944153" y="0"/>
                </a:cubicBezTo>
                <a:cubicBezTo>
                  <a:pt x="4290345" y="9070"/>
                  <a:pt x="4345995" y="26854"/>
                  <a:pt x="4711446" y="0"/>
                </a:cubicBezTo>
                <a:cubicBezTo>
                  <a:pt x="4710560" y="5429"/>
                  <a:pt x="4712267" y="14046"/>
                  <a:pt x="4711446" y="18288"/>
                </a:cubicBezTo>
                <a:cubicBezTo>
                  <a:pt x="4574282" y="23897"/>
                  <a:pt x="4363770" y="43566"/>
                  <a:pt x="4132611" y="18288"/>
                </a:cubicBezTo>
                <a:cubicBezTo>
                  <a:pt x="3901452" y="-6990"/>
                  <a:pt x="3795359" y="-7327"/>
                  <a:pt x="3459547" y="18288"/>
                </a:cubicBezTo>
                <a:cubicBezTo>
                  <a:pt x="3123735" y="43903"/>
                  <a:pt x="3000502" y="-9998"/>
                  <a:pt x="2786484" y="18288"/>
                </a:cubicBezTo>
                <a:cubicBezTo>
                  <a:pt x="2572466" y="46574"/>
                  <a:pt x="2424773" y="17766"/>
                  <a:pt x="2160535" y="18288"/>
                </a:cubicBezTo>
                <a:cubicBezTo>
                  <a:pt x="1896297" y="18810"/>
                  <a:pt x="1673486" y="-6557"/>
                  <a:pt x="1393242" y="18288"/>
                </a:cubicBezTo>
                <a:cubicBezTo>
                  <a:pt x="1112998" y="43133"/>
                  <a:pt x="887393" y="39122"/>
                  <a:pt x="625949" y="18288"/>
                </a:cubicBezTo>
                <a:cubicBezTo>
                  <a:pt x="364505" y="-2546"/>
                  <a:pt x="251092" y="19641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dirty="0"/>
              <a:t>Project Description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8B658A-AA7F-FC5E-2447-CFE18E6AF2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8685649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0" y="390525"/>
            <a:ext cx="818223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 Case Model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1753266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UseCase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82" y="3827410"/>
            <a:ext cx="7588949" cy="14988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0" y="390525"/>
            <a:ext cx="818223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3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Select Season/Race/Session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1753266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elect_Season_Race_S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82" y="3485907"/>
            <a:ext cx="7588949" cy="21818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0" y="390525"/>
            <a:ext cx="818223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Select Drivers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1753266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elect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82" y="4026620"/>
            <a:ext cx="7588949" cy="11003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0" y="390525"/>
            <a:ext cx="818223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View Lap Time Comparison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1753266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View_Lap_Tim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82" y="3817924"/>
            <a:ext cx="7588949" cy="15177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0" y="390525"/>
            <a:ext cx="818223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View Position Over Laps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1753266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View_Position_Over_L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82" y="3742034"/>
            <a:ext cx="7588949" cy="16695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906711-0AFB-47DD-A4B6-4E94B38B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91F649-894C-41F6-A21D-3D1AC558E9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0" y="390525"/>
            <a:ext cx="8182230" cy="1510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View Tyre Stints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6037404-66BD-46B5-9323-1B5313196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1753266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View_Tyre_St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82" y="3656658"/>
            <a:ext cx="7588949" cy="1840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118</Words>
  <Application>Microsoft Macintosh PowerPoint</Application>
  <PresentationFormat>On-screen Show (4:3)</PresentationFormat>
  <Paragraphs>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F1 Insights &amp; Strategy Explorer</vt:lpstr>
      <vt:lpstr>Project Description</vt:lpstr>
      <vt:lpstr>Use Case Model</vt:lpstr>
      <vt:lpstr>Select Season/Race/Session</vt:lpstr>
      <vt:lpstr>Select Drivers</vt:lpstr>
      <vt:lpstr>View Lap Time Comparison</vt:lpstr>
      <vt:lpstr>View Position Over Laps</vt:lpstr>
      <vt:lpstr>View Tyre Stints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Pimpalkar, Ankita Vilas</cp:lastModifiedBy>
  <cp:revision>5</cp:revision>
  <dcterms:created xsi:type="dcterms:W3CDTF">2013-01-27T09:14:16Z</dcterms:created>
  <dcterms:modified xsi:type="dcterms:W3CDTF">2026-02-12T23:58:00Z</dcterms:modified>
  <cp:category/>
</cp:coreProperties>
</file>