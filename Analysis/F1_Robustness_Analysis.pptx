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F1 Insights &amp; Strategy Explorer</a:t>
            </a:r>
          </a:p>
        </p:txBody>
      </p:sp>
      <p:sp>
        <p:nvSpPr>
          <p:cNvPr id="3" name="Subtitle 2"/>
          <p:cNvSpPr>
            <a:spLocks noGrp="1"/>
          </p:cNvSpPr>
          <p:nvPr>
            <p:ph type="subTitle" idx="1"/>
          </p:nvPr>
        </p:nvSpPr>
        <p:spPr/>
        <p:txBody>
          <a:bodyPr/>
          <a:lstStyle/>
          <a:p>
            <a:r>
              <a:t>Group [Number]</a:t>
            </a:r>
          </a:p>
          <a:p>
            <a:r>
              <a:t>Members: Abhi Bhardwaj &amp; Ankita Pimpalkar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Description</a:t>
            </a:r>
          </a:p>
        </p:txBody>
      </p:sp>
      <p:sp>
        <p:nvSpPr>
          <p:cNvPr id="3" name="Content Placeholder 2"/>
          <p:cNvSpPr>
            <a:spLocks noGrp="1"/>
          </p:cNvSpPr>
          <p:nvPr>
            <p:ph idx="1"/>
          </p:nvPr>
        </p:nvSpPr>
        <p:spPr/>
        <p:txBody>
          <a:bodyPr/>
          <a:lstStyle/>
          <a:p>
            <a:r>
              <a:t>The F1 Insights &amp; Strategy Explorer is a comprehensive tool designed for Formula 1 fans and analysts to visualize and interpret complex race data. By selecting specific race sessions and drivers, users can analyze performance through lap time comparisons, position tracking throughout the race, and detailed tyre strategy (stint) visualizations. The system integrates data from external sources like the FastF1 API to provide accurate and up-to-date insights into race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 Model</a:t>
            </a:r>
          </a:p>
        </p:txBody>
      </p:sp>
      <p:pic>
        <p:nvPicPr>
          <p:cNvPr id="3" name="Picture 2" descr="UseCaseDiagram.png"/>
          <p:cNvPicPr>
            <a:picLocks noChangeAspect="1"/>
          </p:cNvPicPr>
          <p:nvPr/>
        </p:nvPicPr>
        <p:blipFill>
          <a:blip r:embed="rId2"/>
          <a:stretch>
            <a:fillRect/>
          </a:stretch>
        </p:blipFill>
        <p:spPr>
          <a:xfrm>
            <a:off x="914400" y="1371600"/>
            <a:ext cx="25427485"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 Season/Race/Session</a:t>
            </a:r>
          </a:p>
        </p:txBody>
      </p:sp>
      <p:pic>
        <p:nvPicPr>
          <p:cNvPr id="3" name="Picture 2" descr="Select_Season_Race_Session.png"/>
          <p:cNvPicPr>
            <a:picLocks noChangeAspect="1"/>
          </p:cNvPicPr>
          <p:nvPr/>
        </p:nvPicPr>
        <p:blipFill>
          <a:blip r:embed="rId2"/>
          <a:stretch>
            <a:fillRect/>
          </a:stretch>
        </p:blipFill>
        <p:spPr>
          <a:xfrm>
            <a:off x="457200" y="1371600"/>
            <a:ext cx="16020435"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 Drivers</a:t>
            </a:r>
          </a:p>
        </p:txBody>
      </p:sp>
      <p:pic>
        <p:nvPicPr>
          <p:cNvPr id="3" name="Picture 2" descr="Select_Drivers.png"/>
          <p:cNvPicPr>
            <a:picLocks noChangeAspect="1"/>
          </p:cNvPicPr>
          <p:nvPr/>
        </p:nvPicPr>
        <p:blipFill>
          <a:blip r:embed="rId2"/>
          <a:stretch>
            <a:fillRect/>
          </a:stretch>
        </p:blipFill>
        <p:spPr>
          <a:xfrm>
            <a:off x="457200" y="1371600"/>
            <a:ext cx="2810764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Lap Time Comparison</a:t>
            </a:r>
          </a:p>
        </p:txBody>
      </p:sp>
      <p:pic>
        <p:nvPicPr>
          <p:cNvPr id="3" name="Picture 2" descr="View_Lap_Time_Comparison.png"/>
          <p:cNvPicPr>
            <a:picLocks noChangeAspect="1"/>
          </p:cNvPicPr>
          <p:nvPr/>
        </p:nvPicPr>
        <p:blipFill>
          <a:blip r:embed="rId2"/>
          <a:stretch>
            <a:fillRect/>
          </a:stretch>
        </p:blipFill>
        <p:spPr>
          <a:xfrm>
            <a:off x="457200" y="1371600"/>
            <a:ext cx="22124656"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Position Over Laps</a:t>
            </a:r>
          </a:p>
        </p:txBody>
      </p:sp>
      <p:pic>
        <p:nvPicPr>
          <p:cNvPr id="3" name="Picture 2" descr="View_Position_Over_Laps.png"/>
          <p:cNvPicPr>
            <a:picLocks noChangeAspect="1"/>
          </p:cNvPicPr>
          <p:nvPr/>
        </p:nvPicPr>
        <p:blipFill>
          <a:blip r:embed="rId2"/>
          <a:stretch>
            <a:fillRect/>
          </a:stretch>
        </p:blipFill>
        <p:spPr>
          <a:xfrm>
            <a:off x="457200" y="1371600"/>
            <a:ext cx="19982943"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Tyre Stints</a:t>
            </a:r>
          </a:p>
        </p:txBody>
      </p:sp>
      <p:pic>
        <p:nvPicPr>
          <p:cNvPr id="3" name="Picture 2" descr="View_Tyre_Stints.png"/>
          <p:cNvPicPr>
            <a:picLocks noChangeAspect="1"/>
          </p:cNvPicPr>
          <p:nvPr/>
        </p:nvPicPr>
        <p:blipFill>
          <a:blip r:embed="rId2"/>
          <a:stretch>
            <a:fillRect/>
          </a:stretch>
        </p:blipFill>
        <p:spPr>
          <a:xfrm>
            <a:off x="457200" y="1371600"/>
            <a:ext cx="18463603"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